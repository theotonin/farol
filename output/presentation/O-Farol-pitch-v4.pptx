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806aca5c74e3f" /><Relationship Type="http://schemas.openxmlformats.org/officeDocument/2006/relationships/extended-properties" Target="/docProps/app.xml" Id="R0a5dfea3a4a24df8" /><Relationship Type="http://schemas.openxmlformats.org/officeDocument/2006/relationships/officeDocument" Target="/ppt/presentation.xml" Id="Ra3d277b94f0f47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f2771f058647cb"/>
  </p:sldMasterIdLst>
  <p:notesMasterIdLst>
    <p:notesMasterId xmlns:r="http://schemas.openxmlformats.org/officeDocument/2006/relationships" r:id="R59bf974e4ece4c98"/>
  </p:notesMasterIdLst>
  <p:sldIdLst>
    <p:sldId xmlns:r="http://schemas.openxmlformats.org/officeDocument/2006/relationships" id="256" r:id="Rf46566b6003b4a77"/>
    <p:sldId xmlns:r="http://schemas.openxmlformats.org/officeDocument/2006/relationships" id="257" r:id="R54728eb566c84ee6"/>
    <p:sldId xmlns:r="http://schemas.openxmlformats.org/officeDocument/2006/relationships" id="258" r:id="R5ea3db1bdf0549a3"/>
    <p:sldId xmlns:r="http://schemas.openxmlformats.org/officeDocument/2006/relationships" id="259" r:id="R8c16be4f91944ff7"/>
    <p:sldId xmlns:r="http://schemas.openxmlformats.org/officeDocument/2006/relationships" id="260" r:id="Rcdce6716524b4809"/>
    <p:sldId xmlns:r="http://schemas.openxmlformats.org/officeDocument/2006/relationships" id="261" r:id="R02f5f4d11df047f8"/>
    <p:sldId xmlns:r="http://schemas.openxmlformats.org/officeDocument/2006/relationships" id="262" r:id="R4deebcf10d7d42e3"/>
    <p:sldId xmlns:r="http://schemas.openxmlformats.org/officeDocument/2006/relationships" id="263" r:id="Rf35039cb0bd840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20c95b3bb54014" /><Relationship Type="http://schemas.openxmlformats.org/officeDocument/2006/relationships/slideMaster" Target="/ppt/slideMasters/slideMaster1.xml" Id="R1af2771f058647cb" /><Relationship Type="http://schemas.openxmlformats.org/officeDocument/2006/relationships/notesMaster" Target="/ppt/notesMasters/notesMaster1.xml" Id="R59bf974e4ece4c98" /><Relationship Type="http://schemas.openxmlformats.org/officeDocument/2006/relationships/presProps" Target="/ppt/presProps.xml" Id="Rb69a91e1d637475d" /><Relationship Type="http://schemas.openxmlformats.org/officeDocument/2006/relationships/tableStyles" Target="/ppt/tableStyles.xml" Id="Rebe041f7aac94a1f" /><Relationship Type="http://schemas.openxmlformats.org/officeDocument/2006/relationships/slide" Target="/ppt/slides/slide1.xml" Id="Rf46566b6003b4a77" /><Relationship Type="http://schemas.openxmlformats.org/officeDocument/2006/relationships/slide" Target="/ppt/slides/slide2.xml" Id="R54728eb566c84ee6" /><Relationship Type="http://schemas.openxmlformats.org/officeDocument/2006/relationships/slide" Target="/ppt/slides/slide3.xml" Id="R5ea3db1bdf0549a3" /><Relationship Type="http://schemas.openxmlformats.org/officeDocument/2006/relationships/slide" Target="/ppt/slides/slide4.xml" Id="R8c16be4f91944ff7" /><Relationship Type="http://schemas.openxmlformats.org/officeDocument/2006/relationships/slide" Target="/ppt/slides/slide5.xml" Id="Rcdce6716524b4809" /><Relationship Type="http://schemas.openxmlformats.org/officeDocument/2006/relationships/slide" Target="/ppt/slides/slide6.xml" Id="R02f5f4d11df047f8" /><Relationship Type="http://schemas.openxmlformats.org/officeDocument/2006/relationships/slide" Target="/ppt/slides/slide7.xml" Id="R4deebcf10d7d42e3" /><Relationship Type="http://schemas.openxmlformats.org/officeDocument/2006/relationships/slide" Target="/ppt/slides/slide8.xml" Id="Rf35039cb0bd8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5f645baa649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b715776b94f5a" /><Relationship Type="http://schemas.openxmlformats.org/officeDocument/2006/relationships/notesMaster" Target="/ppt/notesMasters/notesMaster1.xml" Id="Rcf4260d6580e4b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a6fd66b7044584" /><Relationship Type="http://schemas.openxmlformats.org/officeDocument/2006/relationships/notesMaster" Target="/ppt/notesMasters/notesMaster1.xml" Id="Rdbbd19cc4b684c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b2707c528d4f13" /><Relationship Type="http://schemas.openxmlformats.org/officeDocument/2006/relationships/notesMaster" Target="/ppt/notesMasters/notesMaster1.xml" Id="R6af65ecc2a6842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612278ddd24ab1" /><Relationship Type="http://schemas.openxmlformats.org/officeDocument/2006/relationships/notesMaster" Target="/ppt/notesMasters/notesMaster1.xml" Id="R1c07a0ed202849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4a1efe631f46c5" /><Relationship Type="http://schemas.openxmlformats.org/officeDocument/2006/relationships/notesMaster" Target="/ppt/notesMasters/notesMaster1.xml" Id="R25472a6a5f2740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9831dc4f894119" /><Relationship Type="http://schemas.openxmlformats.org/officeDocument/2006/relationships/notesMaster" Target="/ppt/notesMasters/notesMaster1.xml" Id="Rb8ff7913b85940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0018c656124f98" /><Relationship Type="http://schemas.openxmlformats.org/officeDocument/2006/relationships/notesMaster" Target="/ppt/notesMasters/notesMaster1.xml" Id="Rc820964198b449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82ce5edb164740" /><Relationship Type="http://schemas.openxmlformats.org/officeDocument/2006/relationships/notesMaster" Target="/ppt/notesMasters/notesMaster1.xml" Id="Ra8a1a724d7314d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2db91e3b243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6bcec213842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98470c72c4d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0b7e23a2d42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d5f65325b49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49b04a7a14b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C13042-87DD-41FA-9D81-2606AAF18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C8911A-57A3-4192-B192-993290C27D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1D78BD-B938-4280-982C-515760772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00A2C1-6D1D-4B8A-9391-20F904EA4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6B0D12-6076-4D74-8B4E-531627986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3079C8-B4E1-4F7B-8788-8DAFBB11E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DCA73A-7AD2-43BD-B3D8-9095CB263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E9403E-7EAD-4868-AF6E-5BF430B36E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06056B-95C7-43CF-9E9E-8AB6200755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57C96F-9712-4065-813D-EE2A6108D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702ff9aed4c3a" /><Relationship Type="http://schemas.openxmlformats.org/officeDocument/2006/relationships/slideLayout" Target="/ppt/slideLayouts/slideLayout1.xml" Id="R633f2695622c49ca" /><Relationship Type="http://schemas.openxmlformats.org/officeDocument/2006/relationships/slideLayout" Target="/ppt/slideLayouts/slideLayout2.xml" Id="R56bcbd9630ae4ddf" /><Relationship Type="http://schemas.openxmlformats.org/officeDocument/2006/relationships/slideLayout" Target="/ppt/slideLayouts/slideLayout3.xml" Id="R98f04c55ac88447b" /><Relationship Type="http://schemas.openxmlformats.org/officeDocument/2006/relationships/slideLayout" Target="/ppt/slideLayouts/slideLayout4.xml" Id="R7d61a64b64c14671" /><Relationship Type="http://schemas.openxmlformats.org/officeDocument/2006/relationships/slideLayout" Target="/ppt/slideLayouts/slideLayout5.xml" Id="Re6661b2d4b6f439b" /><Relationship Type="http://schemas.openxmlformats.org/officeDocument/2006/relationships/slideLayout" Target="/ppt/slideLayouts/slideLayout6.xml" Id="R660f8201142e45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f2695622c49ca"/>
    <p:sldLayoutId xmlns:r="http://schemas.openxmlformats.org/officeDocument/2006/relationships" id="2147483650" r:id="R56bcbd9630ae4ddf"/>
    <p:sldLayoutId xmlns:r="http://schemas.openxmlformats.org/officeDocument/2006/relationships" id="2147483651" r:id="R98f04c55ac88447b"/>
    <p:sldLayoutId xmlns:r="http://schemas.openxmlformats.org/officeDocument/2006/relationships" id="2147483652" r:id="R7d61a64b64c14671"/>
    <p:sldLayoutId xmlns:r="http://schemas.openxmlformats.org/officeDocument/2006/relationships" id="2147483653" r:id="Re6661b2d4b6f439b"/>
    <p:sldLayoutId xmlns:r="http://schemas.openxmlformats.org/officeDocument/2006/relationships" id="2147483654" r:id="R660f8201142e45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d858579cc4b99" /><Relationship Type="http://schemas.openxmlformats.org/officeDocument/2006/relationships/image" Target="/ppt/media/image.jpeg" Id="R3cdf7760f1464335" /><Relationship Type="http://schemas.openxmlformats.org/officeDocument/2006/relationships/notesSlide" Target="/ppt/notesSlides/notesSlide1.xml" Id="R5ecff9ab6c0747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a5fce3fa34061" /><Relationship Type="http://schemas.openxmlformats.org/officeDocument/2006/relationships/image" Target="/ppt/media/image.png" Id="R72987f937e0344b9" /><Relationship Type="http://schemas.openxmlformats.org/officeDocument/2006/relationships/notesSlide" Target="/ppt/notesSlides/notesSlide2.xml" Id="Radc16dc7e1b247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ae21adf7641f6" /><Relationship Type="http://schemas.openxmlformats.org/officeDocument/2006/relationships/notesSlide" Target="/ppt/notesSlides/notesSlide3.xml" Id="R65195354d50347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ec6dfc19a4762" /><Relationship Type="http://schemas.openxmlformats.org/officeDocument/2006/relationships/notesSlide" Target="/ppt/notesSlides/notesSlide4.xml" Id="R69730112fa0b42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2c2577fc446f1" /><Relationship Type="http://schemas.openxmlformats.org/officeDocument/2006/relationships/image" Target="/ppt/media/image2.png" Id="R9b3fc3ed27594df4" /><Relationship Type="http://schemas.openxmlformats.org/officeDocument/2006/relationships/notesSlide" Target="/ppt/notesSlides/notesSlide5.xml" Id="R0ffed32ddf8f46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e9af9b9584e07" /><Relationship Type="http://schemas.openxmlformats.org/officeDocument/2006/relationships/image" Target="/ppt/media/image3.png" Id="Re56fb6d3bd2a4aa1" /><Relationship Type="http://schemas.openxmlformats.org/officeDocument/2006/relationships/notesSlide" Target="/ppt/notesSlides/notesSlide6.xml" Id="R61bafcccca9a40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60ebe4e8d479b" /><Relationship Type="http://schemas.openxmlformats.org/officeDocument/2006/relationships/image" Target="/ppt/media/image4.png" Id="R9d0b1a96d0014ec6" /><Relationship Type="http://schemas.openxmlformats.org/officeDocument/2006/relationships/notesSlide" Target="/ppt/notesSlides/notesSlide7.xml" Id="Rf3660b8fc1744c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6de81afa248f4" /><Relationship Type="http://schemas.openxmlformats.org/officeDocument/2006/relationships/image" Target="/ppt/media/image2.jpeg" Id="R222907dde8aa4165" /><Relationship Type="http://schemas.openxmlformats.org/officeDocument/2006/relationships/image" Target="/ppt/media/image5.png" Id="R6059f14edd424bf4" /><Relationship Type="http://schemas.openxmlformats.org/officeDocument/2006/relationships/notesSlide" Target="/ppt/notesSlides/notesSlide8.xml" Id="Ra042466d4cb146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BC6B4-B874-42A2-82FA-8DC2689155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f7760f1464335"/>
          <a:stretch xmlns:a="http://schemas.openxmlformats.org/drawingml/2006/main"/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BE819-8720-4E27-96C9-1DC8FC5B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7AA81-FD1C-4E6B-B8F3-AEFE405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61395-64DB-470B-89A0-F81C491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510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O FAROL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0AD1A-E809-4048-98B0-DBF6B18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pPr>
            <a:r>
              <a: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rPr>
              <a:t>Sobreviva à ilha.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pPr>
            <a:r>
              <a: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rPr>
              <a:t>Reconstrua o farol.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defRPr>
            </a:pPr>
            <a:r>
              <a:rPr sz="2625" b="1">
                <a:solidFill>
                  <a:srgbClr val="EDB34F"/>
                </a:solidFill>
                <a:latin typeface="Alegreya Sans"/>
                <a:ea typeface="Alegreya Sans"/>
                <a:cs typeface="Alegreya Sans"/>
              </a:rPr>
              <a:t>Chame o resgate.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DA414-CE58-42C0-A3EE-225FBEF1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14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Survival 2D • Um jogador</a:t>
            </a:r>
          </a:p>
        </p:txBody>
      </p:sp>
    </p:spTree>
    <p:extLst>
      <p:ext uri="{BB962C8B-B14F-4D97-AF65-F5344CB8AC3E}">
        <p14:creationId xmlns:p14="http://schemas.microsoft.com/office/powerpoint/2010/main" val="11910136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0E02F-AB7D-46AC-8862-2A8D72BA96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87f937e0344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B45CD-6F1F-45B6-8EFC-9DC0C97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8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454CF-4ADA-49FC-A1FA-4522E81D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330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Você acorda sozinho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9476F-2F73-4413-BC33-923BC256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A9941-384E-4726-BD06-EF19057C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21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Um naufrágio deixou você preso numa ilha misteriosa.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2B226-2C69-430F-96B9-0B0AA754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Seu objetivo aparece no mapa desde o início: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D9EEE-D7B0-49B2-BC83-13B0EC61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32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ACENDER O FAROL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B834E-4495-413F-8192-2EB5172D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1738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51A53-57B9-4032-AC27-41405C46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386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Explorar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EED0D-17ED-46A8-B49A-D3F41ACB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529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1738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29AA3-E376-4BBD-966D-2C27AC20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386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Sobreviver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61252-C0D2-47A1-8FB3-13D6D52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1738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A4DAE-3FA2-4627-BDAF-5A068DAE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38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ctr"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425" b="1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Reconstruir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8A21F-22FC-4E06-B745-49212A61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ELLUMA STUDIO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92790-EBD9-4A41-9CA9-71E7EB6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6055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9C05A-A8C9-4CDD-8020-2DA42416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330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O que aprendemos com o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E7572-B7F2-4010-811D-6FB16D1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DB159-E648-4925-A9B2-90529460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pPr>
            <a:r>
              <a:rPr sz="13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rPr>
              <a:t>JOGADORES DESISTEM QUANDO...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E3D2-2681-49EC-8523-0A2A9A08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9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9AB59-DF0E-4145-8702-909B51EC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o progresso vira repetição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97A52-4164-4D2A-9617-AF7F5246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9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45382-910D-43B1-8DF3-1454F86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o objetivo não fica claro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17642-9473-4ACC-96EC-96766D88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9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55F5D-4F37-4BDA-BA67-60234F95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8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explorar não compensa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D9188-6B70-4521-97FB-3A2E7C7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9700"/>
            <a:ext cx="190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34DC6-E4E4-4B22-B274-01A72FC1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13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JOGADORES CONTINUAM POR...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D2A8E-3806-4921-BE81-31388F0C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0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ATMOSFERA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EFA24-72E9-412B-AE84-4356692A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sentir que o mundo tem presença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51167-32B2-4B8B-A1EC-E9C3DE63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0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DESCOBERTA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927C8-D431-412A-ADD9-3759FA48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encontrar algo além do caminho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9ECA3-03C7-4967-B4B1-6D663231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0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EVOLUÇÃO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8ACFF-06CD-4574-9ABA-F4075222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5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ver a ilha mudar com suas ações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FBC30-1FDF-4494-B967-890FF6D8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62575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63"/>
          </a:bodyPr>
          <a:lstStyle xmlns:a="http://schemas.openxmlformats.org/drawingml/2006/main">
            <a:def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ctr"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32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Nossa resposta: uma meta visível que transforma cada exploração em avanço.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75421-1EED-4617-AC6A-A6A5028A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ELLUMA 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98819-5BCA-43EB-915C-90CEF87E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751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D3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50582-D7BA-42D5-A7E7-238C1224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pPr>
            <a:r>
              <a:rPr sz="3300" b="1">
                <a:solidFill>
                  <a:srgbClr val="0B1916"/>
                </a:solidFill>
                <a:latin typeface="Alegreya"/>
                <a:ea typeface="Alegreya"/>
                <a:cs typeface="Alegreya"/>
              </a:rPr>
              <a:t>Você entende jogando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71EF-4866-404C-A36D-92401980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060E3-9519-4718-9075-6EDC8620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2"/>
          </a:solidFill>
          <a:ln xmlns:a="http://schemas.openxmlformats.org/drawingml/2006/main" w="19050">
            <a:solidFill>
              <a:srgbClr val="A75D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D956E-ACBF-4BF8-B257-FC17D727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pPr>
            <a:r>
              <a:rPr sz="3150" b="1">
                <a:solidFill>
                  <a:srgbClr val="A75D35"/>
                </a:solidFill>
                <a:latin typeface="Alegreya"/>
                <a:ea typeface="Alegreya"/>
                <a:cs typeface="Alegrey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B1B07-F46F-40A3-A9FC-CCF3DFD7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pPr>
            <a:r>
              <a:rPr sz="2325" b="1">
                <a:solidFill>
                  <a:srgbClr val="0B1916"/>
                </a:solidFill>
                <a:latin typeface="Alegreya"/>
                <a:ea typeface="Alegreya"/>
                <a:cs typeface="Alegreya"/>
              </a:rPr>
              <a:t>EXPLORE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E9458-98D3-413C-AD82-32F01E0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Procure recursos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9E58B-6360-428B-8DD1-BE5F50E5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670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defPPr>
            <a:lvl1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1pPr>
            <a:lvl2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2pPr>
            <a:lvl3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3pPr>
            <a:lvl4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4pPr>
            <a:lvl5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5pPr>
            <a:lvl6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6pPr>
            <a:lvl7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7pPr>
            <a:lvl8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8pPr>
            <a:lvl9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pPr>
            <a:r>
              <a: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60DF4-587F-48D3-B588-BE5C10BA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763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2"/>
          </a:solidFill>
          <a:ln xmlns:a="http://schemas.openxmlformats.org/drawingml/2006/main" w="19050">
            <a:solidFill>
              <a:srgbClr val="A75D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AF2F5-16F7-4F1B-80C1-5261532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pPr>
            <a:r>
              <a:rPr sz="3150" b="1">
                <a:solidFill>
                  <a:srgbClr val="A75D35"/>
                </a:solidFill>
                <a:latin typeface="Alegreya"/>
                <a:ea typeface="Alegreya"/>
                <a:cs typeface="Alegrey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AA367-FAD2-40A6-AC2C-1FB0AEFC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9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pPr>
            <a:r>
              <a:rPr sz="2325" b="1">
                <a:solidFill>
                  <a:srgbClr val="0B1916"/>
                </a:solidFill>
                <a:latin typeface="Alegreya"/>
                <a:ea typeface="Alegreya"/>
                <a:cs typeface="Alegreya"/>
              </a:rPr>
              <a:t>VOLTE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D1EAB-9DED-4B8E-A5C6-EB4EEAD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Chegue antes da noite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22DE4-30DD-4E7F-98C9-D49C2ED6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670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defPPr>
            <a:lvl1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1pPr>
            <a:lvl2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2pPr>
            <a:lvl3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3pPr>
            <a:lvl4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4pPr>
            <a:lvl5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5pPr>
            <a:lvl6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6pPr>
            <a:lvl7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7pPr>
            <a:lvl8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8pPr>
            <a:lvl9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pPr>
            <a:r>
              <a: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3E1DB-C0C9-43BE-81B3-5100F7B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2"/>
          </a:solidFill>
          <a:ln xmlns:a="http://schemas.openxmlformats.org/drawingml/2006/main" w="19050">
            <a:solidFill>
              <a:srgbClr val="A75D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74CDA-74C1-4409-A3E2-E9D404AF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pPr>
            <a:r>
              <a:rPr sz="3150" b="1">
                <a:solidFill>
                  <a:srgbClr val="A75D35"/>
                </a:solidFill>
                <a:latin typeface="Alegreya"/>
                <a:ea typeface="Alegreya"/>
                <a:cs typeface="Alegrey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E8431-F060-4CC2-A704-3661655A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9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pPr>
            <a:r>
              <a:rPr sz="2325" b="1">
                <a:solidFill>
                  <a:srgbClr val="0B1916"/>
                </a:solidFill>
                <a:latin typeface="Alegreya"/>
                <a:ea typeface="Alegreya"/>
                <a:cs typeface="Alegreya"/>
              </a:rPr>
              <a:t>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54EE1-50E8-476B-BF52-2D78969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Proteja o abrigo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55728-275F-44AD-B3F8-564C4576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defPPr>
            <a:lvl1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1pPr>
            <a:lvl2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2pPr>
            <a:lvl3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3pPr>
            <a:lvl4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4pPr>
            <a:lvl5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5pPr>
            <a:lvl6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6pPr>
            <a:lvl7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7pPr>
            <a:lvl8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8pPr>
            <a:lvl9pPr algn="ctr"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defRPr>
            </a:pPr>
            <a:r>
              <a:rPr sz="2850" b="1">
                <a:solidFill>
                  <a:srgbClr val="A75D35"/>
                </a:solidFill>
                <a:latin typeface="Alegreya Sans"/>
                <a:ea typeface="Alegreya Sans"/>
                <a:cs typeface="Alegreya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7257A-C280-43C9-8682-7A8B208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19050">
            <a:solidFill>
              <a:srgbClr val="A75D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C653F-7774-4632-AD6E-78BCBB5A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31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08B16-10B9-4176-BD28-1C8A4418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9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2325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REPARE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8CFA9-2652-41A6-BED1-6599A22D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14675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Avance o farol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D44BE-483B-4D4A-B282-828F8F07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3872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defPPr>
            <a:lvl1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1pPr>
            <a:lvl2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2pPr>
            <a:lvl3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3pPr>
            <a:lvl4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4pPr>
            <a:lvl5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5pPr>
            <a:lvl6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6pPr>
            <a:lvl7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7pPr>
            <a:lvl8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8pPr>
            <a:lvl9pPr algn="ctr"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pPr>
            <a:r>
              <a:rPr sz="2550" b="1">
                <a:solidFill>
                  <a:srgbClr val="0B1916"/>
                </a:solidFill>
                <a:latin typeface="Alegreya"/>
                <a:ea typeface="Alegreya"/>
                <a:cs typeface="Alegreya"/>
              </a:rPr>
              <a:t>Cada volta deixa o jogador mais perto do resgate.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4AF19-F4D9-4D98-8C5F-F8D492F7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ELLUMA STUDIO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45C30-BCA6-429B-897C-F6957FD5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0286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B9AFF-CF82-4CBD-A1F2-4D86A7D9C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fc3ed27594d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646E4-128D-4073-A297-BC81B097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271A-E48B-4F93-BE29-EC8F087A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330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A ilha pressiona você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51423-642E-4D4A-BB3C-A0900E5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12410-808F-4240-B4A0-61B2B8F1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8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4 MIN DE 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FFA3C-0F86-4558-BD66-9040AEE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Você escolhe uma rota e coleta o necessário.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964EB-48BF-42C4-9A85-49E03C5E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8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2 MIN DE NOITE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BF427-861A-4D1B-AF9E-B294B7AA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A escuridão aumenta o risco fora do abrigo.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2F50B-C35C-4DEF-BF06-1DB5C3A5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8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MOCHILA: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5DA0-09C4-4557-8427-323DFD9F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Morrer faz você perder o que ainda carregava.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D3B3E-D3A6-4096-924C-4C5210FD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8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FOGUEIRA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590D5-1A40-496D-897F-18A23BCF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5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Preparar o abrigo compra segurança para a noite.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DF6CD-A820-4FB5-9E07-1CFC62D6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>
            <a:def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1650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Cada saída exige uma escolha: arriscar mais ou voltar vivo.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947C9-171A-441F-A610-F8811C76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ELLUMA STUDIO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7E201-A189-4E21-A0FE-D17C5D89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1462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B6F8A-FDAE-4D75-B53F-A556E255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330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O farol resolve 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63D1A-6BCE-47EB-80CC-ADFE2B52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34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2C441-5211-4208-A58D-929AEBB9A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fb6d3bd2a4aa1"/>
          <a:stretch xmlns:a="http://schemas.openxmlformats.org/drawingml/2006/main"/>
        </p:blipFill>
        <p:spPr>
          <a:xfrm xmlns:a="http://schemas.openxmlformats.org/drawingml/2006/main">
            <a:off x="4857750" y="1438275"/>
            <a:ext cx="24765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3822D-FF8A-4EE8-A23F-D727C165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1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OBJETIVO CLARO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09B4C-C85C-45C8-9EEC-EC96D7C2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Você sabe para onde 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7C8DF-F6F9-49F6-90AD-4EA9123D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1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PROGRESSO VISÍVEL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7DE61-927E-4C17-96E1-8DCA6524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Cada reparo muda o farol.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87AEC-3934-46E3-BBB3-E72FBA8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8592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1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MAPA LEGÍVEL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BD353-149A-4CB9-9854-142B7ABC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A luz orienta a exploração.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BFFC-8C05-45A8-B7C0-7CDDC5E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8617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r"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2175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2175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FINAL CONCRETO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FE34C-81D3-43C7-895E-C9F52BA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800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O resgate encerra a jornada.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44DB8-A3B3-4DAC-8E29-B3AE6292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68642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ctr"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18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Menos confusão. Mais vontade de continuar.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47407-97BA-414C-8078-D403C2E1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ELLUMA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6C751-982E-4879-84CF-4BCB93F6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7079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D3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11EFE-0D84-47C0-A16D-3420321D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B1916"/>
                </a:solidFill>
                <a:latin typeface="Alegreya"/>
                <a:ea typeface="Alegreya"/>
                <a:cs typeface="Alegreya"/>
              </a:defRPr>
            </a:pPr>
            <a:r>
              <a:rPr sz="3300" b="1">
                <a:solidFill>
                  <a:srgbClr val="0B1916"/>
                </a:solidFill>
                <a:latin typeface="Alegreya"/>
                <a:ea typeface="Alegreya"/>
                <a:cs typeface="Alegreya"/>
              </a:rPr>
              <a:t>Já dá para jogar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71269-6CC8-4AF2-9CF4-8CBC7D5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3FB8C-1F24-4142-940E-875D023538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b1a96d0014ec6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90650"/>
            <a:ext cx="7239000" cy="4076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B1DA9-5E42-4EED-9D32-CCD4D022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382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pPr>
            <a:r>
              <a:rPr sz="3375" b="1">
                <a:solidFill>
                  <a:srgbClr val="A75D35"/>
                </a:solidFill>
                <a:latin typeface="Alegreya"/>
                <a:ea typeface="Alegreya"/>
                <a:cs typeface="Alegreya"/>
              </a:rPr>
              <a:t>6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106BD-C8AD-46F3-AF81-86071AEC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dia + noite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B929E-8E3F-4DC4-BF50-B0DED644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91A26-2965-4202-A564-8AA9B3B2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pPr>
            <a:r>
              <a:rPr sz="2925" b="1">
                <a:solidFill>
                  <a:srgbClr val="A75D35"/>
                </a:solidFill>
                <a:latin typeface="Alegreya"/>
                <a:ea typeface="Alegreya"/>
                <a:cs typeface="Alegreya"/>
              </a:rPr>
              <a:t>3 REPAROS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F6065-25C3-4751-9EE1-E34CA24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até acender o farol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DE07C-46A2-4EA2-9360-B44274F1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357E5-8153-4CA8-8443-EC161037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A75D35"/>
                </a:solidFill>
                <a:latin typeface="Alegreya"/>
                <a:ea typeface="Alegreya"/>
                <a:cs typeface="Alegreya"/>
              </a:defRPr>
            </a:pPr>
            <a:r>
              <a:rPr sz="2925" b="1">
                <a:solidFill>
                  <a:srgbClr val="A75D35"/>
                </a:solidFill>
                <a:latin typeface="Alegreya"/>
                <a:ea typeface="Alegreya"/>
                <a:cs typeface="Alegreya"/>
              </a:rPr>
              <a:t>1 RESGATE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68148-61AA-4E55-82E8-B5AB41A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577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1725" b="0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uma partida completa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8EF29-CE55-4515-8617-96DA55B3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defRPr>
            </a:pPr>
            <a:r>
              <a:rPr sz="1575" b="1">
                <a:solidFill>
                  <a:srgbClr val="0B1916"/>
                </a:solidFill>
                <a:latin typeface="Alegreya Sans"/>
                <a:ea typeface="Alegreya Sans"/>
                <a:cs typeface="Alegreya Sans"/>
              </a:rPr>
              <a:t>Exploração • combate • inventário • áudio • salvamento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CA8A9-FE4C-4348-9293-748F6247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ELLUMA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B1E48-1649-4193-BCF8-FC9B786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4B2D1B"/>
                </a:solidFill>
                <a:latin typeface="Alegreya Sans"/>
                <a:ea typeface="Alegreya Sans"/>
                <a:cs typeface="Alegreya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17129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EAB7C-CC56-4E90-8FCD-69AD1AFC4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907dde8aa4165"/>
          <a:stretch xmlns:a="http://schemas.openxmlformats.org/drawingml/2006/main"/>
        </p:blipFill>
        <p:spPr>
          <a:xfrm xmlns:a="http://schemas.openxmlformats.org/drawingml/2006/main">
            <a:off x="6381750" y="773534"/>
            <a:ext cx="5810250" cy="531093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0593B-5E50-420B-81C0-0C36F837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6412B-A9B6-42FA-8D04-F14CE671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330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Elluma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68621-2873-47F0-84F7-5AC4A6E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E794C-487F-480D-A175-60D2C5BB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João Fiedler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27ACF-7AC5-421E-A524-2D07936A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Game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E9EE3-BF6D-4AEE-8F46-4690E2F6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04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Izabela Mendes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27D90-0CD5-4100-B107-76399852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02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Arte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95592-1888-4A57-B016-AF77F1A4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Theo Tonin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84388-36B6-4A53-90B1-752E4A93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Programação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D81C6-2514-4C24-BF7E-B2F34B55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Maria Eduarda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5C849-5E15-4278-A312-9272E31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98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UI/UX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22E4A-2EC3-4714-932E-B6CBCD19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Melissa Possebon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DDAAD-4F0F-4775-8462-C08BB76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Marketing e financeiro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426E3-CECA-4994-BA84-6D6A579C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Lucas Alexandria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1B3DE-2B5D-460F-A19C-5573E22D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194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Level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69BAB-C0D7-49E5-9281-4B179800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Pedro Caires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AB935-2EAD-4FE5-9367-DF565A4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Level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9F744-380B-45C5-B6F7-CDD600C4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33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DB34F"/>
                </a:solidFill>
                <a:latin typeface="Alegreya"/>
                <a:ea typeface="Alegreya"/>
                <a:cs typeface="Alegreya"/>
              </a:defRPr>
            </a:pPr>
            <a:r>
              <a:rPr sz="1650" b="1">
                <a:solidFill>
                  <a:srgbClr val="EDB34F"/>
                </a:solidFill>
                <a:latin typeface="Alegreya"/>
                <a:ea typeface="Alegreya"/>
                <a:cs typeface="Alegreya"/>
              </a:rPr>
              <a:t>Eloah Carvalho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18B2E-FEC4-48B3-9AFE-B6BDC8F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defRPr>
            </a:pPr>
            <a:r>
              <a:rPr sz="1275" b="0">
                <a:solidFill>
                  <a:srgbClr val="FFF4D7"/>
                </a:solidFill>
                <a:latin typeface="Alegreya Sans"/>
                <a:ea typeface="Alegreya Sans"/>
                <a:cs typeface="Alegreya Sans"/>
              </a:rPr>
              <a:t>Áudio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A71AD-40EA-473A-B19F-6A01C7BB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defPPr>
            <a:lvl1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1pPr>
            <a:lvl2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2pPr>
            <a:lvl3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3pPr>
            <a:lvl4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4pPr>
            <a:lvl5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5pPr>
            <a:lvl6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6pPr>
            <a:lvl7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7pPr>
            <a:lvl8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8pPr>
            <a:lvl9pPr algn="l"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255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Acenda o farol.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FFF4D7"/>
                </a:solidFill>
                <a:latin typeface="Alegreya"/>
                <a:ea typeface="Alegreya"/>
                <a:cs typeface="Alegreya"/>
              </a:defRPr>
            </a:pPr>
            <a:r>
              <a:rPr sz="2550" b="1">
                <a:solidFill>
                  <a:srgbClr val="FFF4D7"/>
                </a:solidFill>
                <a:latin typeface="Alegreya"/>
                <a:ea typeface="Alegreya"/>
                <a:cs typeface="Alegreya"/>
              </a:rPr>
              <a:t>Encontre o caminho de casa.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47C53-78C0-4969-A8CB-6E6C916EF2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9f14edd424bf4"/>
          <a:stretch xmlns:a="http://schemas.openxmlformats.org/drawingml/2006/main"/>
        </p:blipFill>
        <p:spPr>
          <a:xfrm xmlns:a="http://schemas.openxmlformats.org/drawingml/2006/main">
            <a:off x="10058400" y="510540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5290A-52AD-4536-A2EE-2B8935C2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l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ELLUMA STUDIO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BA484-CC6F-4942-A3C0-8104B158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defPPr>
            <a:lvl1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1pPr>
            <a:lvl2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2pPr>
            <a:lvl3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3pPr>
            <a:lvl4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4pPr>
            <a:lvl5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5pPr>
            <a:lvl6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6pPr>
            <a:lvl7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7pPr>
            <a:lvl8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8pPr>
            <a:lvl9pPr algn="r"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defRPr>
            </a:pPr>
            <a:r>
              <a:rPr sz="975" b="1">
                <a:solidFill>
                  <a:srgbClr val="B8C4B6"/>
                </a:solidFill>
                <a:latin typeface="Alegreya Sans"/>
                <a:ea typeface="Alegreya Sans"/>
                <a:cs typeface="Alegreya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60092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2026-10-20T21:44:47.7420000Z</dcterms:created>
  <dcterms:modified xsi:type="dcterms:W3CDTF">2026-10-20T21:44:47.7420000Z</dcterms:modified>
</coreProperties>
</file>